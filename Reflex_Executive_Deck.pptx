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3566160"/>
            <a:ext cx="5669280" cy="5669280"/>
          </a:xfrm>
          <a:prstGeom prst="ellipse">
            <a:avLst/>
          </a:prstGeom>
          <a:solidFill>
            <a:srgbClr val="8F0924"/>
          </a:solidFill>
          <a:ln/>
        </p:spPr>
      </p:sp>
      <p:sp>
        <p:nvSpPr>
          <p:cNvPr id="3" name="Shape 1"/>
          <p:cNvSpPr/>
          <p:nvPr/>
        </p:nvSpPr>
        <p:spPr>
          <a:xfrm>
            <a:off x="10725912" y="5120640"/>
            <a:ext cx="2377440" cy="237744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coordination for small Kenyan retailers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record. Live status. Proof of delivery.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Learn Project — Reflex Readiness Sprint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Dennis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-822960"/>
            <a:ext cx="1645920" cy="1645920"/>
          </a:xfrm>
          <a:prstGeom prst="ellipse">
            <a:avLst/>
          </a:prstGeom>
          <a:solidFill>
            <a:srgbClr val="F7F6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coordination gap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track deliveries over WhatsApp and phone calls — with no shared record of who is doing what.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53288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dispatcher cannot see open requests at a glance — everything lives in someone’s head or a chat thread.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status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7673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cannot tell whether an order has been picked up, is en route, or has arrived.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617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500176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ties a specific rider to a specific completed delivery when a dispute comes up.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people, one broken thread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in the delivery chain absorbs the same gap differently.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68880"/>
            <a:ext cx="594360" cy="5943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94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 request over a voice note, then waits and hopes it was heard.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468880"/>
            <a:ext cx="594360" cy="5943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Dispatcher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794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Juggles who’s free and what’s open with no shared queue to check.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468880"/>
            <a:ext cx="594360" cy="5943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794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instructions mid-route with no formal handoff or record.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5394960"/>
            <a:ext cx="2926080" cy="2926080"/>
          </a:xfrm>
          <a:prstGeom prst="ellipse">
            <a:avLst/>
          </a:prstGeom>
          <a:solidFill>
            <a:srgbClr val="F7F6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Reflex: one shared record, live for everyone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logs it. A dispatcher assigns it. A rider moves it. Everyone sees the same status, in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8A87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37490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374904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2B5A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3749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37490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26480" y="374904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B575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3749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37490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778240" y="374904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2E6B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0" y="37490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29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above is a new row in an append-only log — not a value overwritten in place.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request to doorstep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steps, four owners, one continuously visible record.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45920" y="2148840"/>
            <a:ext cx="594360" cy="5943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 the request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name, phone, address, item description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167128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594360" cy="5943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891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200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Assigns a rider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794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 open request live, picks who’s free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167128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132320" y="2148840"/>
            <a:ext cx="594360" cy="5943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200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 picked up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794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tap, timestamped and broadcast instantly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2167128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875520" y="2148840"/>
            <a:ext cx="594360" cy="59436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7552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869680" y="3200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Scans to confirm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3794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 at the door closes out the delivery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spotty connectivity and real accountability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618488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65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and WebSocket server in one deploy unit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670048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017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and row locks prevent double-assignment races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721608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push to dispatcher, retailer, and rider — no polling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773168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773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754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offline queue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on a rider’s phone; queues updates with no signal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182880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231F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0" y="1828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Client (rider / dispatcher / retailer)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2743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675120" y="306324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BA0C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0" y="3063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+ WebSocket Hub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3977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675120" y="429768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2B5A7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858000" y="42976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(status_events log)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column that doesn’t exist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delivery_requests has no mutable status field. Current status is always derived from the latest row in status_events.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724912"/>
            <a:ext cx="91440" cy="9144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651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free — what happened and when, in one indexed query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3364992"/>
            <a:ext cx="91440" cy="9144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291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Concurrency-safe — two actors racing can’t clobber each other’s write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4005072"/>
            <a:ext cx="91440" cy="9144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931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offline replay — a queued retry inserts the event once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1371600"/>
            <a:ext cx="4663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#000042 — LEDGER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2203704"/>
            <a:ext cx="91440" cy="9144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60920" y="20756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0756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2075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Jane Retailer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0" y="3072384"/>
            <a:ext cx="91440" cy="9144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60920" y="29443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Dan Dispatcher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3941064"/>
            <a:ext cx="91440" cy="9144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60920" y="38130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3813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3813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Rita Rider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0" y="4809744"/>
            <a:ext cx="91440" cy="9144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60920" y="4681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4681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4681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Rita Rider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when connected, safe when it’s not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029200" cy="3657600"/>
          </a:xfrm>
          <a:prstGeom prst="rect">
            <a:avLst/>
          </a:prstGeom>
          <a:solidFill>
            <a:srgbClr val="F7F6F5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109728" cy="3657600"/>
          </a:xfrm>
          <a:prstGeom prst="rect">
            <a:avLst/>
          </a:prstGeom>
          <a:solidFill>
            <a:srgbClr val="2B5A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broadcast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2642616"/>
            <a:ext cx="82296" cy="82296"/>
          </a:xfrm>
          <a:prstGeom prst="ellipse">
            <a:avLst/>
          </a:prstGeom>
          <a:solidFill>
            <a:srgbClr val="2B5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560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pushes every status event instantly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3419856"/>
            <a:ext cx="82296" cy="82296"/>
          </a:xfrm>
          <a:prstGeom prst="ellipse">
            <a:avLst/>
          </a:prstGeom>
          <a:solidFill>
            <a:srgbClr val="2B5A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3337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 see all requests; retailers and riders see their own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4197096"/>
            <a:ext cx="82296" cy="82296"/>
          </a:xfrm>
          <a:prstGeom prst="ellipse">
            <a:avLst/>
          </a:prstGeom>
          <a:solidFill>
            <a:srgbClr val="2B5A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polling, no refresh button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5029200" cy="3657600"/>
          </a:xfrm>
          <a:prstGeom prst="rect">
            <a:avLst/>
          </a:prstGeom>
          <a:solidFill>
            <a:srgbClr val="F7F6F5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645920"/>
            <a:ext cx="109728" cy="3657600"/>
          </a:xfrm>
          <a:prstGeom prst="rect">
            <a:avLst/>
          </a:prstGeom>
          <a:solidFill>
            <a:srgbClr val="B575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queue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0" y="2642616"/>
            <a:ext cx="82296" cy="82296"/>
          </a:xfrm>
          <a:prstGeom prst="ellipse">
            <a:avLst/>
          </a:prstGeom>
          <a:solidFill>
            <a:srgbClr val="B575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2560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Rider’s status updates queue in IndexedDB with no signal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3419856"/>
            <a:ext cx="82296" cy="82296"/>
          </a:xfrm>
          <a:prstGeom prst="ellipse">
            <a:avLst/>
          </a:prstGeom>
          <a:solidFill>
            <a:srgbClr val="B575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3337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update carries a client_event_id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4197096"/>
            <a:ext cx="82296" cy="82296"/>
          </a:xfrm>
          <a:prstGeom prst="ellipse">
            <a:avLst/>
          </a:prstGeom>
          <a:solidFill>
            <a:srgbClr val="B575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dedupes replays — no duplicate transitions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simplified — and why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weak points we found ourselves, before the panel could.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206240" cy="502920"/>
          </a:xfrm>
          <a:prstGeom prst="rect">
            <a:avLst/>
          </a:prstGeom>
          <a:solidFill>
            <a:srgbClr val="231F20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965960"/>
            <a:ext cx="3657600" cy="502920"/>
          </a:xfrm>
          <a:prstGeom prst="rect">
            <a:avLst/>
          </a:prstGeom>
          <a:solidFill>
            <a:srgbClr val="231F20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because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3920" y="1965960"/>
            <a:ext cx="3383280" cy="502920"/>
          </a:xfrm>
          <a:prstGeom prst="rect">
            <a:avLst/>
          </a:prstGeom>
          <a:solidFill>
            <a:srgbClr val="231F20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4108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688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message queue — single-instance WebSocket broadcast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46888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24688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handles pilot scale without added infra complexity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246888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41080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broadcast to Redis pub/sub to scale past one instance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sync is last-write-wins, no conflict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42900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83480" y="34290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replays are rejected (409), not silently applied — integrity holds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342900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34290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 clear "this changed while you were offline" screen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3891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 proves a scan happened, not the right parcel arrived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438912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43891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 major step up from a voice note saying "delivered"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389120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41080" y="43891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 or customer PIN confirmation at the door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real systems break — and how Reflex holds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assignment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11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dispatchers assign the same request at once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23560" y="1600200"/>
            <a:ext cx="5943600" cy="868680"/>
          </a:xfrm>
          <a:prstGeom prst="rect">
            <a:avLst/>
          </a:prstGeom>
          <a:solidFill>
            <a:srgbClr val="F7F6F5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0" y="16002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lock (SELECT ... FOR UPDATE) on the base table before writing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offline retry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29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rider’s queued update replays after reconnecting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23560" y="3017520"/>
            <a:ext cx="5943600" cy="868680"/>
          </a:xfrm>
          <a:prstGeom prst="rect">
            <a:avLst/>
          </a:prstGeom>
          <a:solidFill>
            <a:srgbClr val="F7F6F5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30175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client_event_id dedupes at the database level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52628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transition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846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DELIVERED before PICKED_UP, or acting on someone else’s job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23560" y="4434840"/>
            <a:ext cx="5943600" cy="868680"/>
          </a:xfrm>
          <a:prstGeom prst="rect">
            <a:avLst/>
          </a:prstGeom>
          <a:solidFill>
            <a:srgbClr val="F7F6F5"/>
          </a:solidFill>
          <a:ln w="12700">
            <a:solidFill>
              <a:srgbClr val="E1DE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44348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transition guard rejects with a clear 409 / 403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from pilot to something a whole town could run 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2E6B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53512"/>
            <a:ext cx="82296" cy="82296"/>
          </a:xfrm>
          <a:prstGeom prst="ellipse">
            <a:avLst/>
          </a:prstGeom>
          <a:solidFill>
            <a:srgbClr val="2E6B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Single-instance pilot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639312"/>
            <a:ext cx="82296" cy="82296"/>
          </a:xfrm>
          <a:prstGeom prst="ellipse">
            <a:avLst/>
          </a:prstGeom>
          <a:solidFill>
            <a:srgbClr val="2E6B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 + audit 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325112"/>
            <a:ext cx="82296" cy="82296"/>
          </a:xfrm>
          <a:prstGeom prst="ellipse">
            <a:avLst/>
          </a:prstGeom>
          <a:solidFill>
            <a:srgbClr val="2E6B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251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proof of delivery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1945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B575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953512"/>
            <a:ext cx="82296" cy="82296"/>
          </a:xfrm>
          <a:prstGeom prst="ellipse">
            <a:avLst/>
          </a:prstGeom>
          <a:solidFill>
            <a:srgbClr val="B575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 for multi-instance scale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639312"/>
            <a:ext cx="82296" cy="82296"/>
          </a:xfrm>
          <a:prstGeom prst="ellipse">
            <a:avLst/>
          </a:prstGeom>
          <a:solidFill>
            <a:srgbClr val="B575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UI for offline sync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4325112"/>
            <a:ext cx="82296" cy="82296"/>
          </a:xfrm>
          <a:prstGeom prst="ellipse">
            <a:avLst/>
          </a:prstGeom>
          <a:solidFill>
            <a:srgbClr val="B575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17720" y="4251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OTP at registration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21945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2B5A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3816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2953512"/>
            <a:ext cx="82296" cy="82296"/>
          </a:xfrm>
          <a:prstGeom prst="ellipse">
            <a:avLst/>
          </a:prstGeom>
          <a:solidFill>
            <a:srgbClr val="2B5A7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66760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/ signature proof of delivery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3639312"/>
            <a:ext cx="82296" cy="82296"/>
          </a:xfrm>
          <a:prstGeom prst="ellipse">
            <a:avLst/>
          </a:prstGeom>
          <a:solidFill>
            <a:srgbClr val="2B5A7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35661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for dispatchers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4325112"/>
            <a:ext cx="82296" cy="82296"/>
          </a:xfrm>
          <a:prstGeom prst="ellipse">
            <a:avLst/>
          </a:prstGeom>
          <a:solidFill>
            <a:srgbClr val="2B5A7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66760" y="4251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Multi-town rollout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8F092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cross-exam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on this deck, I can defend — and where I can’t yet, I know how I’d find out.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2026-08-27T15:47:00Z</dcterms:created>
  <dcterms:modified xsi:type="dcterms:W3CDTF">2026-08-27T15:47:00Z</dcterms:modified>
</cp:coreProperties>
</file>