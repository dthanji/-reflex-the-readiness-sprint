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1F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2872" y="3566160"/>
            <a:ext cx="5669280" cy="5669280"/>
          </a:xfrm>
          <a:prstGeom prst="ellipse">
            <a:avLst/>
          </a:prstGeom>
          <a:solidFill>
            <a:srgbClr val="8F0924"/>
          </a:solidFill>
          <a:ln/>
        </p:spPr>
      </p:sp>
      <p:sp>
        <p:nvSpPr>
          <p:cNvPr id="3" name="Shape 1"/>
          <p:cNvSpPr/>
          <p:nvPr/>
        </p:nvSpPr>
        <p:spPr>
          <a:xfrm>
            <a:off x="10725912" y="5120640"/>
            <a:ext cx="2377440" cy="237744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33172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REFLEX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4290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C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coordination for small Kenyan retailers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886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record. Live status. Proof of delivery.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6035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Learn Project — Reflex Readiness Sprint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Dennis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65992" y="-822960"/>
            <a:ext cx="1645920" cy="1645920"/>
          </a:xfrm>
          <a:prstGeom prst="ellipse">
            <a:avLst/>
          </a:prstGeom>
          <a:solidFill>
            <a:srgbClr val="F7F6F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1F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coordination gap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8872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Retailers track deliveries over WhatsApp and phone calls — with no shared record of who is doing what.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2194560"/>
            <a:ext cx="502920" cy="50292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visibility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53288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dispatcher cannot see open requests at a glance — everything lives in someone’s head or a chat thread.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3429000"/>
            <a:ext cx="502920" cy="50292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3383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status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76732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retailer cannot tell whether an order has been picked up, is en route, or has arrived.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2960" y="4663440"/>
            <a:ext cx="502920" cy="50292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663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4617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proof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50017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ties a specific rider to a specific completed delivery when a dispute comes up.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1F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people, one broken thread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role in the delivery chain absorbs the same gap differently.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3832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E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468880"/>
            <a:ext cx="594360" cy="59436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468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246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1F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Retailer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79476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a request over a voice note, then waits and hopes it was heard.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2148840"/>
            <a:ext cx="33832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E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09160" y="2468880"/>
            <a:ext cx="594360" cy="59436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09160" y="2468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3246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1F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Dispatcher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379476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Juggles who’s free and what’s open with no shared queue to check.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2148840"/>
            <a:ext cx="33832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E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58200" y="2468880"/>
            <a:ext cx="594360" cy="59436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200" y="2468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458200" y="3246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1F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Rider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79476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instructions mid-route with no formal handoff or record.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5394960"/>
            <a:ext cx="2926080" cy="2926080"/>
          </a:xfrm>
          <a:prstGeom prst="ellipse">
            <a:avLst/>
          </a:prstGeom>
          <a:solidFill>
            <a:srgbClr val="F7F6F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48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1F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Reflex: one shared record, live for everyone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retailer logs it. A dispatcher assigns it. A rider moves it. Everyone sees the same status, in real time.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3749040"/>
            <a:ext cx="2331720" cy="1005840"/>
          </a:xfrm>
          <a:prstGeom prst="roundRect">
            <a:avLst>
              <a:gd name="adj" fmla="val 5455"/>
            </a:avLst>
          </a:prstGeom>
          <a:solidFill>
            <a:srgbClr val="8A878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374904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3749040"/>
            <a:ext cx="320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74720" y="3749040"/>
            <a:ext cx="2331720" cy="1005840"/>
          </a:xfrm>
          <a:prstGeom prst="roundRect">
            <a:avLst>
              <a:gd name="adj" fmla="val 5455"/>
            </a:avLst>
          </a:prstGeom>
          <a:solidFill>
            <a:srgbClr val="2B5A7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74720" y="374904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806440" y="3749040"/>
            <a:ext cx="320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26480" y="3749040"/>
            <a:ext cx="2331720" cy="1005840"/>
          </a:xfrm>
          <a:prstGeom prst="roundRect">
            <a:avLst>
              <a:gd name="adj" fmla="val 5455"/>
            </a:avLst>
          </a:prstGeom>
          <a:solidFill>
            <a:srgbClr val="B5751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26480" y="374904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PICKED UP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458200" y="3749040"/>
            <a:ext cx="320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778240" y="3749040"/>
            <a:ext cx="2331720" cy="1005840"/>
          </a:xfrm>
          <a:prstGeom prst="roundRect">
            <a:avLst>
              <a:gd name="adj" fmla="val 5455"/>
            </a:avLst>
          </a:prstGeom>
          <a:solidFill>
            <a:srgbClr val="2E6B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78240" y="374904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029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arrow above is a new row in an append-only log — not a value overwritten in place.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1F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request to doorstep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steps, four owners, one continuously visible record.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645920" y="2148840"/>
            <a:ext cx="594360" cy="59436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45920" y="2148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926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RETAILER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004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Logs the request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79476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name, phone, address, item description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46120" y="2167128"/>
            <a:ext cx="182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C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594360" cy="59436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89120" y="2148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2926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DISPATCHER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32004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Assigns a rider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79476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every open request live, picks who’s free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989320" y="2167128"/>
            <a:ext cx="182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C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132320" y="2148840"/>
            <a:ext cx="594360" cy="59436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2320" y="2148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2926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126480" y="32004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Marks picked up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126480" y="379476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tap, timestamped and broadcast instantly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732520" y="2167128"/>
            <a:ext cx="182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C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875520" y="2148840"/>
            <a:ext cx="594360" cy="59436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0" y="2148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8869680" y="2926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869680" y="32004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Confirms with a code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869680" y="379476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Server-generated code, validated and single-use, closes it out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1F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spotty connectivity and real accountability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1618488"/>
            <a:ext cx="502920" cy="50292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618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002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9659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and WebSocket server in one deploy unit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" y="2670048"/>
            <a:ext cx="502920" cy="50292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670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651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30175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and row locks prevent double-assignment races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3721608"/>
            <a:ext cx="502920" cy="50292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3721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7033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40690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push to dispatcher, retailer, and rider — no polling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4773168"/>
            <a:ext cx="502920" cy="50292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4773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+ offline queue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51206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on a rider’s phone; queues updates with no signal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675120" y="1828800"/>
            <a:ext cx="4846320" cy="914400"/>
          </a:xfrm>
          <a:prstGeom prst="roundRect">
            <a:avLst>
              <a:gd name="adj" fmla="val 5000"/>
            </a:avLst>
          </a:prstGeom>
          <a:solidFill>
            <a:srgbClr val="231F20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858000" y="182880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Client (rider / dispatcher / retailer)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915400" y="274320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675120" y="3063240"/>
            <a:ext cx="4846320" cy="914400"/>
          </a:xfrm>
          <a:prstGeom prst="roundRect">
            <a:avLst>
              <a:gd name="adj" fmla="val 5000"/>
            </a:avLst>
          </a:prstGeom>
          <a:solidFill>
            <a:srgbClr val="BA0C2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858000" y="30632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API + WebSocket Hub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915400" y="397764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675120" y="4297680"/>
            <a:ext cx="4846320" cy="914400"/>
          </a:xfrm>
          <a:prstGeom prst="roundRect">
            <a:avLst>
              <a:gd name="adj" fmla="val 5000"/>
            </a:avLst>
          </a:prstGeom>
          <a:solidFill>
            <a:srgbClr val="2B5A7A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858000" y="42976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(status_events log)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1F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status column that doesn’t exist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delivery_requests has no mutable status field. Current status is always derived from the latest row in status_events.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2724912"/>
            <a:ext cx="91440" cy="9144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6517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for free — what happened and when, in one indexed query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85800" y="3364992"/>
            <a:ext cx="91440" cy="9144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32918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Concurrency-safe — two actors racing can’t clobber each other’s write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4005072"/>
            <a:ext cx="91440" cy="9144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9319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 offline replay — a queued retry inserts the event once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858000" y="1371600"/>
            <a:ext cx="46634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E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0" y="16002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#000042 — LEDGER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132320" y="2203704"/>
            <a:ext cx="91440" cy="9144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60920" y="207568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207568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0" y="20756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Jane Retailer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132320" y="3072384"/>
            <a:ext cx="91440" cy="9144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60920" y="294436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09:14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138160" y="294436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0" y="29443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Dan Dispatcher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132320" y="3941064"/>
            <a:ext cx="91440" cy="9144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60920" y="381304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09:41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138160" y="381304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PICKED UP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0" y="381304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Rita Rider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132320" y="4809744"/>
            <a:ext cx="91440" cy="9144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60920" y="468172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10:07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138160" y="4681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0" y="4681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Rita Rider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1F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when connected, safe when it’s not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5029200" cy="3657600"/>
          </a:xfrm>
          <a:prstGeom prst="rect">
            <a:avLst/>
          </a:prstGeom>
          <a:solidFill>
            <a:srgbClr val="F7F6F5"/>
          </a:solidFill>
          <a:ln w="12700">
            <a:solidFill>
              <a:srgbClr val="E1DE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645920"/>
            <a:ext cx="109728" cy="3657600"/>
          </a:xfrm>
          <a:prstGeom prst="rect">
            <a:avLst/>
          </a:prstGeom>
          <a:solidFill>
            <a:srgbClr val="2B5A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19202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1F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broadcast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005840" y="2642616"/>
            <a:ext cx="82296" cy="82296"/>
          </a:xfrm>
          <a:prstGeom prst="ellipse">
            <a:avLst/>
          </a:prstGeom>
          <a:solidFill>
            <a:srgbClr val="2B5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234440" y="25603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pushes every status event instantly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005840" y="3419856"/>
            <a:ext cx="82296" cy="82296"/>
          </a:xfrm>
          <a:prstGeom prst="ellipse">
            <a:avLst/>
          </a:prstGeom>
          <a:solidFill>
            <a:srgbClr val="2B5A7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234440" y="33375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Dispatchers see all requests; retailers and riders see their own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005840" y="4197096"/>
            <a:ext cx="82296" cy="82296"/>
          </a:xfrm>
          <a:prstGeom prst="ellipse">
            <a:avLst/>
          </a:prstGeom>
          <a:solidFill>
            <a:srgbClr val="2B5A7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34440" y="41148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polling, no refresh button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35040" y="1645920"/>
            <a:ext cx="5029200" cy="3657600"/>
          </a:xfrm>
          <a:prstGeom prst="rect">
            <a:avLst/>
          </a:prstGeom>
          <a:solidFill>
            <a:srgbClr val="F7F6F5"/>
          </a:solidFill>
          <a:ln w="12700">
            <a:solidFill>
              <a:srgbClr val="E1DE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5040" y="1645920"/>
            <a:ext cx="109728" cy="3657600"/>
          </a:xfrm>
          <a:prstGeom prst="rect">
            <a:avLst/>
          </a:prstGeom>
          <a:solidFill>
            <a:srgbClr val="B5751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0" y="19202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1F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Offline queue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400800" y="2642616"/>
            <a:ext cx="82296" cy="82296"/>
          </a:xfrm>
          <a:prstGeom prst="ellipse">
            <a:avLst/>
          </a:prstGeom>
          <a:solidFill>
            <a:srgbClr val="B5751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25603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Rider’s status updates queue in IndexedDB with no signal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0" y="3419856"/>
            <a:ext cx="82296" cy="82296"/>
          </a:xfrm>
          <a:prstGeom prst="ellipse">
            <a:avLst/>
          </a:prstGeom>
          <a:solidFill>
            <a:srgbClr val="B5751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29400" y="33375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update carries a client_event_id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0" y="4197096"/>
            <a:ext cx="82296" cy="82296"/>
          </a:xfrm>
          <a:prstGeom prst="ellipse">
            <a:avLst/>
          </a:prstGeom>
          <a:solidFill>
            <a:srgbClr val="B5751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29400" y="41148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dedupes replays — no duplicate transitions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1F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simplified — and why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weak points we found ourselves, before the panel could.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4206240" cy="502920"/>
          </a:xfrm>
          <a:prstGeom prst="rect">
            <a:avLst/>
          </a:prstGeom>
          <a:solidFill>
            <a:srgbClr val="231F20"/>
          </a:solidFill>
          <a:ln w="12700">
            <a:solidFill>
              <a:srgbClr val="E1DE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6596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46320" y="1965960"/>
            <a:ext cx="3657600" cy="502920"/>
          </a:xfrm>
          <a:prstGeom prst="rect">
            <a:avLst/>
          </a:prstGeom>
          <a:solidFill>
            <a:srgbClr val="231F20"/>
          </a:solidFill>
          <a:ln w="12700">
            <a:solidFill>
              <a:srgbClr val="E1DED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83480" y="19659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because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503920" y="1965960"/>
            <a:ext cx="3383280" cy="502920"/>
          </a:xfrm>
          <a:prstGeom prst="rect">
            <a:avLst/>
          </a:prstGeom>
          <a:solidFill>
            <a:srgbClr val="231F20"/>
          </a:solidFill>
          <a:ln w="12700">
            <a:solidFill>
              <a:srgbClr val="E1DE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41080" y="19659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468880"/>
            <a:ext cx="4206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E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468880"/>
            <a:ext cx="3931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message queue — single-instance WebSocket broadcast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46320" y="2468880"/>
            <a:ext cx="3657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E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983480" y="2468880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process handles pilot scale without added infra complexity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503920" y="2468880"/>
            <a:ext cx="33832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E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41080" y="24688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broadcast to Redis pub/sub to scale past one instance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429000"/>
            <a:ext cx="4206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E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429000"/>
            <a:ext cx="3931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sync is last-write-wins, no conflict UI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46320" y="3429000"/>
            <a:ext cx="3657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E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983480" y="3429000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replays are rejected (409), not silently applied — integrity holds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503920" y="3429000"/>
            <a:ext cx="33832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E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41080" y="342900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a clear "this changed while you were offline" screen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4389120"/>
            <a:ext cx="4206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ED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4389120"/>
            <a:ext cx="3931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codes are meaningful proof, but not full chain-of-custody evidence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4389120"/>
            <a:ext cx="3657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ED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983480" y="4389120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server-validated, single-use code beats an unverified "delivered" message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503920" y="4389120"/>
            <a:ext cx="33832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ED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41080" y="438912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photo/signature evidence or a stronger customer PIN for high-value orders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1F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real systems break — and how Reflex holds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1691640"/>
            <a:ext cx="502920" cy="50292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45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assignment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20116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dispatchers assign the same request at once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23560" y="1600200"/>
            <a:ext cx="5943600" cy="868680"/>
          </a:xfrm>
          <a:prstGeom prst="rect">
            <a:avLst/>
          </a:prstGeom>
          <a:solidFill>
            <a:srgbClr val="F7F6F5"/>
          </a:solidFill>
          <a:ln w="12700">
            <a:solidFill>
              <a:srgbClr val="E1DE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852160" y="160020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lock (SELECT ... FOR UPDATE) on the base table before writing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3108960"/>
            <a:ext cx="502920" cy="50292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0632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offline retry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34290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rider’s queued update replays after reconnecting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23560" y="3017520"/>
            <a:ext cx="5943600" cy="868680"/>
          </a:xfrm>
          <a:prstGeom prst="rect">
            <a:avLst/>
          </a:prstGeom>
          <a:solidFill>
            <a:srgbClr val="F7F6F5"/>
          </a:solidFill>
          <a:ln w="12700">
            <a:solidFill>
              <a:srgbClr val="E1DED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852160" y="301752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client_event_id dedupes at the database level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4526280"/>
            <a:ext cx="502920" cy="50292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44805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Illegal transition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484632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Marking DELIVERED before PICKED_UP, or acting on someone else’s job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23560" y="4434840"/>
            <a:ext cx="5943600" cy="868680"/>
          </a:xfrm>
          <a:prstGeom prst="rect">
            <a:avLst/>
          </a:prstGeom>
          <a:solidFill>
            <a:srgbClr val="F7F6F5"/>
          </a:solidFill>
          <a:ln w="12700">
            <a:solidFill>
              <a:srgbClr val="E1DE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852160" y="443484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transition guard rejects with a clear 409 / 403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1F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What’s next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from pilot to something a whole town could run on.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2E6B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1945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82296" cy="82296"/>
          </a:xfrm>
          <a:prstGeom prst="ellipse">
            <a:avLst/>
          </a:prstGeom>
          <a:solidFill>
            <a:srgbClr val="2E6B3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880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Single-instance pilot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639312"/>
            <a:ext cx="82296" cy="82296"/>
          </a:xfrm>
          <a:prstGeom prst="ellipse">
            <a:avLst/>
          </a:prstGeom>
          <a:solidFill>
            <a:srgbClr val="2E6B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5661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flow + audit log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325112"/>
            <a:ext cx="82296" cy="82296"/>
          </a:xfrm>
          <a:prstGeom prst="ellipse">
            <a:avLst/>
          </a:prstGeom>
          <a:solidFill>
            <a:srgbClr val="2E6B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42519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Delivery-code proof, ratings, stuck-in-transit detection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89120" y="2194560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B5751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89120" y="21945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89120" y="2953512"/>
            <a:ext cx="82296" cy="82296"/>
          </a:xfrm>
          <a:prstGeom prst="ellipse">
            <a:avLst/>
          </a:prstGeom>
          <a:solidFill>
            <a:srgbClr val="B5751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617720" y="2880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pub/sub for multi-instance scale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89120" y="3639312"/>
            <a:ext cx="82296" cy="82296"/>
          </a:xfrm>
          <a:prstGeom prst="ellipse">
            <a:avLst/>
          </a:prstGeom>
          <a:solidFill>
            <a:srgbClr val="B5751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617720" y="35661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UI for offline sync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89120" y="4325112"/>
            <a:ext cx="82296" cy="82296"/>
          </a:xfrm>
          <a:prstGeom prst="ellipse">
            <a:avLst/>
          </a:prstGeom>
          <a:solidFill>
            <a:srgbClr val="B5751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617720" y="42519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OTP at registration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38160" y="2194560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2B5A7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138160" y="21945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138160" y="2953512"/>
            <a:ext cx="82296" cy="82296"/>
          </a:xfrm>
          <a:prstGeom prst="ellipse">
            <a:avLst/>
          </a:prstGeom>
          <a:solidFill>
            <a:srgbClr val="2B5A7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366760" y="2880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/ signature proof of delivery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38160" y="3639312"/>
            <a:ext cx="82296" cy="82296"/>
          </a:xfrm>
          <a:prstGeom prst="ellipse">
            <a:avLst/>
          </a:prstGeom>
          <a:solidFill>
            <a:srgbClr val="2B5A7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366760" y="35661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for dispatchers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138160" y="4325112"/>
            <a:ext cx="82296" cy="82296"/>
          </a:xfrm>
          <a:prstGeom prst="ellipse">
            <a:avLst/>
          </a:prstGeom>
          <a:solidFill>
            <a:srgbClr val="2B5A7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366760" y="42519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Multi-town rollout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31F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4572000" cy="4572000"/>
          </a:xfrm>
          <a:prstGeom prst="ellipse">
            <a:avLst/>
          </a:prstGeom>
          <a:solidFill>
            <a:srgbClr val="8F092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246888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for cross-exam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4290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9C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choice on this deck, I can defend — and where I can’t yet, I know how I’d find out.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2026-08-27T15:47:00Z</dcterms:created>
  <dcterms:modified xsi:type="dcterms:W3CDTF">2026-08-27T15:47:00Z</dcterms:modified>
</cp:coreProperties>
</file>